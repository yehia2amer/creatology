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8E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473" autoAdjust="0"/>
    <p:restoredTop sz="93957" autoAdjust="0"/>
  </p:normalViewPr>
  <p:slideViewPr>
    <p:cSldViewPr snapToGrid="0">
      <p:cViewPr varScale="1">
        <p:scale>
          <a:sx n="49" d="100"/>
          <a:sy n="49" d="100"/>
        </p:scale>
        <p:origin x="1014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6T23:14:54.59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18824 5081,'0'0,"0"0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75F02-06E2-471D-B793-02470948B53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4AC2E-4289-4542-97FC-7FC098925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9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4AC2E-4289-4542-97FC-7FC0989251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59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37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5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2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0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0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5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9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0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9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6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4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4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8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26951-7732-4051-BD20-D25670F83048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50DF2-02BD-41EE-8BDB-7425E4E7F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6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26702FD-8327-4F7E-8DE4-48AFC85F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19" y="0"/>
            <a:ext cx="17630142" cy="1235749"/>
          </a:xfrm>
          <a:solidFill>
            <a:srgbClr val="918E6F"/>
          </a:solidFill>
        </p:spPr>
        <p:txBody>
          <a:bodyPr anchor="ctr">
            <a:normAutofit/>
          </a:bodyPr>
          <a:lstStyle/>
          <a:p>
            <a:pPr algn="ctr" rtl="1"/>
            <a:r>
              <a:rPr lang="ar-EG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يشارك </a:t>
            </a:r>
            <a:r>
              <a:rPr lang="ar-EG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أ.د</a:t>
            </a:r>
            <a:r>
              <a:rPr lang="ar-EG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أيمن عامر </a:t>
            </a:r>
            <a:endParaRPr 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A589BF-1BFC-4BD2-A780-D61FB8C2F738}"/>
                  </a:ext>
                </a:extLst>
              </p14:cNvPr>
              <p14:cNvContentPartPr/>
              <p14:nvPr/>
            </p14:nvContentPartPr>
            <p14:xfrm>
              <a:off x="9804335" y="2801341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A589BF-1BFC-4BD2-A780-D61FB8C2F7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5695" y="27927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6746" y="1389889"/>
            <a:ext cx="4308414" cy="587536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041578" y="7374984"/>
            <a:ext cx="47735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3600" b="1" dirty="0" smtClean="0"/>
              <a:t>الثلاثاء  16-4-2019 </a:t>
            </a:r>
          </a:p>
          <a:p>
            <a:pPr algn="ctr" rtl="1"/>
            <a:r>
              <a:rPr lang="ar-EG" sz="3600" b="1" dirty="0" smtClean="0"/>
              <a:t>بالمجلس الأعلى للثقافة-</a:t>
            </a:r>
            <a:r>
              <a:rPr lang="ar-EG" sz="3600" b="1" dirty="0" err="1" smtClean="0"/>
              <a:t>الاوبرا</a:t>
            </a:r>
            <a:endParaRPr lang="ar-EG" sz="3600" b="1" dirty="0" smtClean="0"/>
          </a:p>
          <a:p>
            <a:pPr algn="ctr" rtl="1"/>
            <a:r>
              <a:rPr lang="ar-EG" sz="3600" b="1" dirty="0" smtClean="0"/>
              <a:t>من الساعة 4-9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452" y="1564326"/>
            <a:ext cx="4773582" cy="55546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67996" y="7256814"/>
            <a:ext cx="47735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3600" b="1" dirty="0" smtClean="0"/>
              <a:t>الأربعاء  17-4-2019 </a:t>
            </a:r>
          </a:p>
          <a:p>
            <a:pPr algn="ctr" rtl="1"/>
            <a:r>
              <a:rPr lang="ar-EG" sz="3600" b="1" dirty="0" smtClean="0"/>
              <a:t>مركز تدريب الأطباء بالعباسية </a:t>
            </a:r>
          </a:p>
          <a:p>
            <a:pPr algn="ctr" rtl="1"/>
            <a:r>
              <a:rPr lang="ar-EG" sz="3600" b="1" dirty="0" smtClean="0"/>
              <a:t>من الساعة1.30-2.30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64" y="1600902"/>
            <a:ext cx="4072076" cy="5509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13870" y="7338409"/>
            <a:ext cx="47735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3600" b="1" dirty="0" smtClean="0"/>
              <a:t>الخميس  18-4-2019 </a:t>
            </a:r>
          </a:p>
          <a:p>
            <a:pPr algn="ctr" rtl="1"/>
            <a:r>
              <a:rPr lang="ar-EG" sz="3600" b="1" dirty="0" smtClean="0"/>
              <a:t>مركز تدريب الأطباء بالعباسية </a:t>
            </a:r>
          </a:p>
          <a:p>
            <a:pPr algn="ctr" rtl="1"/>
            <a:r>
              <a:rPr lang="ar-EG" sz="3600" b="1" dirty="0" smtClean="0"/>
              <a:t>من الساعة5.30-6.30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018" y="3792012"/>
            <a:ext cx="3738934" cy="30709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1" y="6891053"/>
            <a:ext cx="4169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3600" b="1" dirty="0" smtClean="0"/>
              <a:t>السبت  20-4-2019 </a:t>
            </a:r>
          </a:p>
          <a:p>
            <a:pPr algn="ctr" rtl="1"/>
            <a:r>
              <a:rPr lang="ar-EG" sz="3600" b="1" dirty="0" smtClean="0"/>
              <a:t>مركز تدريب الأطباء بالعباسية </a:t>
            </a:r>
          </a:p>
          <a:p>
            <a:pPr algn="ctr" rtl="1"/>
            <a:r>
              <a:rPr lang="ar-EG" sz="3600" b="1" dirty="0" smtClean="0"/>
              <a:t>من </a:t>
            </a:r>
            <a:r>
              <a:rPr lang="ar-EG" sz="3600" b="1" dirty="0" smtClean="0"/>
              <a:t>الساعة11-12</a:t>
            </a:r>
            <a:endParaRPr lang="ar-EG" sz="3600" b="1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53835" y="1463648"/>
            <a:ext cx="37138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800" b="1" dirty="0" smtClean="0"/>
              <a:t>المؤتمر الأول لعلم النفس </a:t>
            </a:r>
          </a:p>
          <a:p>
            <a:pPr algn="ctr" rtl="1"/>
            <a:r>
              <a:rPr lang="ar-EG" sz="2800" b="1" dirty="0" smtClean="0"/>
              <a:t>بالأمانة العامة للصحة النفسية</a:t>
            </a:r>
          </a:p>
          <a:p>
            <a:pPr algn="ctr" rtl="1"/>
            <a:r>
              <a:rPr lang="ar-EG" sz="2800" b="1" dirty="0" smtClean="0">
                <a:solidFill>
                  <a:srgbClr val="FF0000"/>
                </a:solidFill>
              </a:rPr>
              <a:t>نحو نقابة للمهن النفسية : الأمل المنشود</a:t>
            </a:r>
            <a:endParaRPr lang="ar-EG" sz="2800" b="1" dirty="0">
              <a:solidFill>
                <a:srgbClr val="FF0000"/>
              </a:solidFill>
            </a:endParaRPr>
          </a:p>
          <a:p>
            <a:pPr algn="ctr" rtl="1"/>
            <a:r>
              <a:rPr lang="ar-EG" sz="2800" b="1" dirty="0" smtClean="0"/>
              <a:t>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5060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54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يشارك أ.د. أيمن عامر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Amer, Yehia</dc:creator>
  <cp:lastModifiedBy>ayman amer</cp:lastModifiedBy>
  <cp:revision>18</cp:revision>
  <dcterms:created xsi:type="dcterms:W3CDTF">2019-02-16T23:14:27Z</dcterms:created>
  <dcterms:modified xsi:type="dcterms:W3CDTF">2019-04-15T01:50:06Z</dcterms:modified>
</cp:coreProperties>
</file>