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7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6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4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1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37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1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2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1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0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7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5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0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62B46-9889-4068-A69B-E22FA74CBF3B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33B29-CA30-479B-8F79-2FBF03968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89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692" t="37802" r="22154" b="19658"/>
          <a:stretch/>
        </p:blipFill>
        <p:spPr>
          <a:xfrm>
            <a:off x="2831691" y="1253613"/>
            <a:ext cx="6887496" cy="439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13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ayman amer</dc:creator>
  <cp:lastModifiedBy>ayman amer</cp:lastModifiedBy>
  <cp:revision>1</cp:revision>
  <dcterms:created xsi:type="dcterms:W3CDTF">2019-06-25T02:47:47Z</dcterms:created>
  <dcterms:modified xsi:type="dcterms:W3CDTF">2019-06-25T02:48:41Z</dcterms:modified>
</cp:coreProperties>
</file>